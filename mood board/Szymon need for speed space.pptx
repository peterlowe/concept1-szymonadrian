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B00155-AEAA-4E26-9E88-0A57C5DFE128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4C4D23-B20D-4870-817F-72F1423FE8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56210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017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34570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8415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09136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24930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0208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664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96641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5768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917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40350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846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12541-F847-48F9-AC0C-F779DD81C5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b="1" dirty="0"/>
              <a:t>Need for 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9ABA5-816F-4A97-97F6-2CF9905ABC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Car racing simulator…. In space!</a:t>
            </a:r>
          </a:p>
        </p:txBody>
      </p:sp>
    </p:spTree>
    <p:extLst>
      <p:ext uri="{BB962C8B-B14F-4D97-AF65-F5344CB8AC3E}">
        <p14:creationId xmlns:p14="http://schemas.microsoft.com/office/powerpoint/2010/main" val="607023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C6205-1BCD-42FD-A4A8-631D72155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10709-8845-4295-B21A-47A4CFA90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Fast supercars racing in amazing planets fighting for first place.</a:t>
            </a:r>
          </a:p>
          <a:p>
            <a:r>
              <a:rPr lang="en-IE" dirty="0"/>
              <a:t>Customizable cars, new planets and a thrilling story!</a:t>
            </a:r>
          </a:p>
          <a:p>
            <a:r>
              <a:rPr lang="en-IE" dirty="0"/>
              <a:t>100 of planets to race on!</a:t>
            </a:r>
          </a:p>
        </p:txBody>
      </p:sp>
    </p:spTree>
    <p:extLst>
      <p:ext uri="{BB962C8B-B14F-4D97-AF65-F5344CB8AC3E}">
        <p14:creationId xmlns:p14="http://schemas.microsoft.com/office/powerpoint/2010/main" val="1110243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F27D-0EB1-4B49-AE46-CFF2E8FD7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World background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5243919-2FAE-4931-9E59-309F0441C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0088" y="3851137"/>
            <a:ext cx="3915277" cy="2202344"/>
          </a:xfrm>
        </p:spPr>
      </p:pic>
    </p:spTree>
    <p:extLst>
      <p:ext uri="{BB962C8B-B14F-4D97-AF65-F5344CB8AC3E}">
        <p14:creationId xmlns:p14="http://schemas.microsoft.com/office/powerpoint/2010/main" val="191255137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42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Rockwell</vt:lpstr>
      <vt:lpstr>Gallery</vt:lpstr>
      <vt:lpstr>Need for space</vt:lpstr>
      <vt:lpstr>Elevator pitch</vt:lpstr>
      <vt:lpstr>World background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Need for space</dc:title>
  <dc:creator>(Student) - Szymon Staneczek</dc:creator>
  <cp:lastModifiedBy>(Student) - Szymon Staneczek</cp:lastModifiedBy>
  <cp:revision>3</cp:revision>
  <dcterms:created xsi:type="dcterms:W3CDTF">2021-11-12T10:37:59Z</dcterms:created>
  <dcterms:modified xsi:type="dcterms:W3CDTF">2021-11-12T10:46:34Z</dcterms:modified>
</cp:coreProperties>
</file>