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00155-AEAA-4E26-9E88-0A57C5DFE128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C4D23-B20D-4870-817F-72F1423FE8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6210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017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457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415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913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493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020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664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9664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6576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91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035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84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2541-F847-48F9-AC0C-F779DD81C5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b="1" dirty="0"/>
              <a:t>Need for space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9ABA5-816F-4A97-97F6-2CF9905ABC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Car racing simulator…. In space!</a:t>
            </a:r>
          </a:p>
        </p:txBody>
      </p:sp>
    </p:spTree>
    <p:extLst>
      <p:ext uri="{BB962C8B-B14F-4D97-AF65-F5344CB8AC3E}">
        <p14:creationId xmlns:p14="http://schemas.microsoft.com/office/powerpoint/2010/main" val="607023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C6205-1BCD-42FD-A4A8-631D72155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0709-8845-4295-B21A-47A4CFA9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Fast supercars racing in amazing planets fighting for first place.</a:t>
            </a:r>
          </a:p>
          <a:p>
            <a:r>
              <a:rPr lang="en-IE" dirty="0"/>
              <a:t>Customizable cars, new planets and a thrilling story!</a:t>
            </a:r>
          </a:p>
          <a:p>
            <a:r>
              <a:rPr lang="en-IE" dirty="0"/>
              <a:t>100 of planets to race on!</a:t>
            </a:r>
          </a:p>
        </p:txBody>
      </p:sp>
    </p:spTree>
    <p:extLst>
      <p:ext uri="{BB962C8B-B14F-4D97-AF65-F5344CB8AC3E}">
        <p14:creationId xmlns:p14="http://schemas.microsoft.com/office/powerpoint/2010/main" val="1110243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F27D-0EB1-4B49-AE46-CFF2E8FD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World background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243919-2FAE-4931-9E59-309F0441C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88" y="3851137"/>
            <a:ext cx="3915277" cy="220234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4AFFAD-9E3D-4BA0-85C7-ABAD0B977677}"/>
              </a:ext>
            </a:extLst>
          </p:cNvPr>
          <p:cNvSpPr txBox="1"/>
          <p:nvPr/>
        </p:nvSpPr>
        <p:spPr>
          <a:xfrm>
            <a:off x="2337683" y="1940118"/>
            <a:ext cx="53432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The game is set in space, there are different galaxies and planets.</a:t>
            </a:r>
          </a:p>
          <a:p>
            <a:endParaRPr lang="en-IE" dirty="0"/>
          </a:p>
          <a:p>
            <a:r>
              <a:rPr lang="en-IE" dirty="0"/>
              <a:t>The players can visit planets to race on them and </a:t>
            </a:r>
            <a:r>
              <a:rPr lang="en-IE"/>
              <a:t>win prices and new cars.</a:t>
            </a:r>
          </a:p>
        </p:txBody>
      </p:sp>
    </p:spTree>
    <p:extLst>
      <p:ext uri="{BB962C8B-B14F-4D97-AF65-F5344CB8AC3E}">
        <p14:creationId xmlns:p14="http://schemas.microsoft.com/office/powerpoint/2010/main" val="191255137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72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Rockwell</vt:lpstr>
      <vt:lpstr>Gallery</vt:lpstr>
      <vt:lpstr>Need for space</vt:lpstr>
      <vt:lpstr>Elevator pitch</vt:lpstr>
      <vt:lpstr>World background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 for space</dc:title>
  <dc:creator>(Student) - Szymon Staneczek</dc:creator>
  <cp:lastModifiedBy>(Student) - Szymon Staneczek</cp:lastModifiedBy>
  <cp:revision>4</cp:revision>
  <dcterms:created xsi:type="dcterms:W3CDTF">2021-11-12T10:37:59Z</dcterms:created>
  <dcterms:modified xsi:type="dcterms:W3CDTF">2021-11-12T10:50:32Z</dcterms:modified>
</cp:coreProperties>
</file>