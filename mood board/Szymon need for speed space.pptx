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20" d="100"/>
          <a:sy n="120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74423" y="802298"/>
            <a:ext cx="8637073" cy="2920713"/>
          </a:xfrm>
        </p:spPr>
        <p:txBody>
          <a:bodyPr bIns="0" anchor="b">
            <a:normAutofit/>
          </a:bodyPr>
          <a:lstStyle>
            <a:lvl1pPr algn="ctr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74424" y="3724074"/>
            <a:ext cx="8637072" cy="977621"/>
          </a:xfrm>
        </p:spPr>
        <p:txBody>
          <a:bodyPr tIns="91440" bIns="91440">
            <a:normAutofit/>
          </a:bodyPr>
          <a:lstStyle>
            <a:lvl1pPr marL="0" indent="0" algn="ctr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451579" y="329307"/>
            <a:ext cx="5626774" cy="309201"/>
          </a:xfrm>
        </p:spPr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76834" y="798973"/>
            <a:ext cx="811019" cy="503578"/>
          </a:xfrm>
        </p:spPr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0170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73457018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4423" y="1756130"/>
            <a:ext cx="8643154" cy="1969007"/>
          </a:xfrm>
        </p:spPr>
        <p:txBody>
          <a:bodyPr anchor="b">
            <a:normAutofit/>
          </a:bodyPr>
          <a:lstStyle>
            <a:lvl1pPr algn="ctr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74423" y="3725137"/>
            <a:ext cx="8643154" cy="1093987"/>
          </a:xfrm>
        </p:spPr>
        <p:txBody>
          <a:bodyPr tIns="91440">
            <a:normAutofit/>
          </a:bodyPr>
          <a:lstStyle>
            <a:lvl1pPr marL="0" indent="0" algn="ctr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841558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293577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488654" cy="344859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54140" y="2017343"/>
            <a:ext cx="4488654" cy="344152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091369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295603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488794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488794" cy="2644457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56025" y="2023003"/>
            <a:ext cx="4488794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56025" y="2821491"/>
            <a:ext cx="4488794" cy="263737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1249308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00208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9666484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2961967" cy="2406518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3032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2961967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966416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>
            <a:xfrm>
              <a:off x="7477387" y="482170"/>
              <a:ext cx="4074533" cy="5149101"/>
            </a:xfrm>
            <a:prstGeom prst="rect">
              <a:avLst/>
            </a:prstGeom>
            <a:blipFill dpi="0" rotWithShape="1">
              <a:blip r:embed="rId2">
                <a:alphaModFix amt="30000"/>
              </a:blip>
              <a:srcRect/>
              <a:tile tx="0" ty="0" sx="100000" sy="100000" flip="none" algn="ctr"/>
            </a:blip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 extrusionH="76200" contourW="12700" prstMaterial="matte">
              <a:bevelT w="152400" h="50800" prst="softRound"/>
              <a:extrusionClr>
                <a:schemeClr val="tx2"/>
              </a:extrusionClr>
              <a:contourClr>
                <a:schemeClr val="bg2"/>
              </a:contourClr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38100" cmpd="sng">
              <a:solidFill>
                <a:schemeClr val="tx2">
                  <a:lumMod val="25000"/>
                </a:schemeClr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2"/>
            <a:ext cx="5532328" cy="1922299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50000"/>
              <a:lumOff val="50000"/>
              <a:alpha val="80000"/>
            </a:schemeClr>
          </a:solidFill>
          <a:ln w="9525" cap="sq">
            <a:noFill/>
            <a:miter lim="800000"/>
          </a:ln>
          <a:effectLst/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3200" dirty="0"/>
            </a:lvl1pPr>
          </a:lstStyle>
          <a:p>
            <a:pPr lvl="0" algn="ctr"/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059600"/>
            <a:ext cx="5524404" cy="2090134"/>
          </a:xfrm>
        </p:spPr>
        <p:txBody>
          <a:bodyPr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865768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69176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27052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518654" cy="465988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6403504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291215" cy="104923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29121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42079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D7BA4D-69F2-4157-B902-54C451F68365}" type="datetimeFigureOut">
              <a:rPr lang="en-IE" smtClean="0"/>
              <a:t>12/11/2021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626774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461D1129-E120-42DF-BDC8-AF2B605C49A2}" type="slidenum">
              <a:rPr lang="en-IE" smtClean="0"/>
              <a:t>‹#›</a:t>
            </a:fld>
            <a:endParaRPr lang="en-IE"/>
          </a:p>
        </p:txBody>
      </p:sp>
      <p:sp>
        <p:nvSpPr>
          <p:cNvPr id="9" name="Rectangle 8"/>
          <p:cNvSpPr/>
          <p:nvPr/>
        </p:nvSpPr>
        <p:spPr>
          <a:xfrm>
            <a:off x="0" y="3622291"/>
            <a:ext cx="12192000" cy="2505984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>
                  <a:alpha val="80000"/>
                </a:scheme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>
          <a:xfrm>
            <a:off x="0" y="6129338"/>
            <a:ext cx="12192000" cy="742950"/>
          </a:xfrm>
          <a:prstGeom prst="rect">
            <a:avLst/>
          </a:prstGeom>
        </p:spPr>
      </p:pic>
      <p:cxnSp>
        <p:nvCxnSpPr>
          <p:cNvPr id="12" name="Straight Connector 11"/>
          <p:cNvCxnSpPr/>
          <p:nvPr/>
        </p:nvCxnSpPr>
        <p:spPr>
          <a:xfrm>
            <a:off x="0" y="6138142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368467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accent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712541-F847-48F9-AC0C-F779DD81C52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E" b="1" dirty="0"/>
              <a:t>Need for space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39ABA5-816F-4A97-97F6-2CF9905ABC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E" dirty="0"/>
              <a:t>Car racing simulator…. In space!</a:t>
            </a:r>
          </a:p>
        </p:txBody>
      </p:sp>
    </p:spTree>
    <p:extLst>
      <p:ext uri="{BB962C8B-B14F-4D97-AF65-F5344CB8AC3E}">
        <p14:creationId xmlns:p14="http://schemas.microsoft.com/office/powerpoint/2010/main" val="6070230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C6205-1BCD-42FD-A4A8-631D721552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Elevator pitch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210709-8845-4295-B21A-47A4CFA902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Fast supercars racing in amazing planets fighting for first place.</a:t>
            </a:r>
          </a:p>
          <a:p>
            <a:r>
              <a:rPr lang="en-IE" dirty="0"/>
              <a:t>Customizable cars, new planets and a thrilling story!</a:t>
            </a:r>
          </a:p>
          <a:p>
            <a:r>
              <a:rPr lang="en-IE" dirty="0"/>
              <a:t>100 of planets to race on!</a:t>
            </a:r>
          </a:p>
        </p:txBody>
      </p:sp>
    </p:spTree>
    <p:extLst>
      <p:ext uri="{BB962C8B-B14F-4D97-AF65-F5344CB8AC3E}">
        <p14:creationId xmlns:p14="http://schemas.microsoft.com/office/powerpoint/2010/main" val="1110243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BAF27D-0EB1-4B49-AE46-CFF2E8FD72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World background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BA8946D-FAED-4A12-88AA-04D2C6EB0D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912551374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9D5"/>
      </a:lt2>
      <a:accent1>
        <a:srgbClr val="FB8C29"/>
      </a:accent1>
      <a:accent2>
        <a:srgbClr val="F2C351"/>
      </a:accent2>
      <a:accent3>
        <a:srgbClr val="D0CBA5"/>
      </a:accent3>
      <a:accent4>
        <a:srgbClr val="A2C476"/>
      </a:accent4>
      <a:accent5>
        <a:srgbClr val="57C293"/>
      </a:accent5>
      <a:accent6>
        <a:srgbClr val="06BFDE"/>
      </a:accent6>
      <a:hlink>
        <a:srgbClr val="FBAE29"/>
      </a:hlink>
      <a:folHlink>
        <a:srgbClr val="EDC47E"/>
      </a:folHlink>
    </a:clrScheme>
    <a:fontScheme name="Gallery">
      <a:majorFont>
        <a:latin typeface="Rockwell" panose="020606030202050204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ckwell" panose="020606030202050204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43000" r="43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BB5F5D82-B5E9-469E-A815-C655ED4AF24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4</TotalTime>
  <Words>42</Words>
  <Application>Microsoft Office PowerPoint</Application>
  <PresentationFormat>Widescreen</PresentationFormat>
  <Paragraphs>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Rockwell</vt:lpstr>
      <vt:lpstr>Gallery</vt:lpstr>
      <vt:lpstr>Need for space</vt:lpstr>
      <vt:lpstr>Elevator pitch</vt:lpstr>
      <vt:lpstr>World background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Need for space</dc:title>
  <dc:creator>(Student) - Szymon Staneczek</dc:creator>
  <cp:lastModifiedBy>(Student) - Szymon Staneczek</cp:lastModifiedBy>
  <cp:revision>2</cp:revision>
  <dcterms:created xsi:type="dcterms:W3CDTF">2021-11-12T10:37:59Z</dcterms:created>
  <dcterms:modified xsi:type="dcterms:W3CDTF">2021-11-12T10:42:27Z</dcterms:modified>
</cp:coreProperties>
</file>