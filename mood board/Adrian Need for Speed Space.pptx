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D4C1-80F8-4372-8976-6F1EC8CB7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C163B-AD73-4BB7-ADB6-BB1B7FDBB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D3AF-6ED8-413A-A3F6-D8D51413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7D61D-47E9-446A-9F04-6D4B0A8F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168EC-EE34-4781-BD14-E6DBA985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2747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7FDA-D4C5-4C2F-9D2F-0DAEB82E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9F1A3-41A8-4091-BBAF-047FD7B77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8F421-9F57-4042-8604-C5147A6C6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ACFF-738F-40DD-910E-7BA6B26B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659B2-3356-48CA-84EF-82D20D7F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950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BF41-C592-4494-B08E-0DFDE3195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87496-ACB8-4203-B21F-6A0DE6C59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29AAD-7D19-4C9A-8073-1ED7F2AD4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05779-7AC0-48EA-9651-F6197135B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05C50-AA50-45A2-8517-3F2C3661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790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0CA0-25DF-4765-B919-A655B148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667DB-6443-48DB-BCBB-74B885DC7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FBD3D-D2A6-4BD4-A7F5-B9A7CB56B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F67DD-8367-44F2-BA3D-FB57F6D4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E0D46-0DEB-4143-A19E-147382EE9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F8300-1CE3-4820-8080-0F3619D2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358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47E7-9DCE-4B7B-8CE3-D8227D64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3AE4D-32D6-4AFD-BFF2-1798ACB06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86D9B-BFC2-47CB-AD20-BE673D863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0403E-C01B-43E4-A563-FD9A3A6ECC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530B2-0B00-4A80-ABC1-D5562736E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85B69-6E83-4BE5-A32E-45FEC250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9C7BC-D561-4667-9037-7BCABA8F0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EB6CD1-6FD1-4FEA-8DAC-E9FAFD72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644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DC211-F603-4EDA-95FF-BC7CCEA6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D7141-C36A-4596-853B-7690D242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F4C34-8D9D-4A8D-941D-57429108B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08CBE-02C1-49BF-BFFA-5BC0396F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4351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B7B46-BBAE-4E66-AC68-46068641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1225C1-1C98-4E18-811E-B05646C62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55143-59FB-4555-B2E3-DF5A27A8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271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0549F-6E27-472B-BCB4-3D86B6AEA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E8113-0759-4E2C-914E-8A5A8AD14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DC45-3076-4631-A1B1-6B6FC330F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FAE96-18B4-4B76-A739-02EFC239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7BA08-F00D-4080-8261-13317265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D79E5-11FD-4624-A2E1-D0FD1AC0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0925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0274F-F7C1-4FF1-B865-FCD4F774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3CBBB-8D3E-48E4-A6E4-8C47C142C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D6DBE-EA5A-4092-B268-B5391DC58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945D7-9501-41D3-BC72-305180F20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5CB98-E66A-4080-BF21-C7947B2E9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ED2EB-A0F8-4C9C-84F4-8AA071CF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579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AC15-0DE0-4D43-81D0-9C3A4196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96DC7-5270-454C-84D5-6E6353D1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8C4E0-2F25-4B0A-BC08-1FEF6462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68D75-A9D0-4E64-BEBE-5D1C9A05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038FC-0579-48A0-81F6-FB45BE174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1051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044063-9750-4C27-8B5E-01EF6FE92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7AFD5-62D9-4309-8CD1-17546AF49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629A8-2E3D-477A-B63F-B9917740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59A54-33CF-49B1-83DC-F0D580BA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1E43E-FD47-49B7-AC85-47EEB954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851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A64D8-E146-45F5-983C-CB0157D2D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7DD5D-DDC9-45C8-AF7B-C0AB2226D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E2B5E-1FEE-4359-B047-C5C75EFCD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C8EA6-A727-437D-83C8-497E3E4ACC2F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7EFC7-DFE0-490C-BF13-B419AA4C7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240D0-A823-4292-BC06-69261DD52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CE439-A010-45F2-AE88-AFDAA9D5572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2659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4238D4-8B23-4C92-98B2-5493AEE7D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9912" y="0"/>
            <a:ext cx="13051824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06853A2-D51C-4693-8A3E-C0ABAE11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69338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(Student) - Adrian Sokolowski</dc:creator>
  <cp:lastModifiedBy>(Student) - Adrian Sokolowski</cp:lastModifiedBy>
  <cp:revision>3</cp:revision>
  <dcterms:created xsi:type="dcterms:W3CDTF">2021-11-12T10:31:26Z</dcterms:created>
  <dcterms:modified xsi:type="dcterms:W3CDTF">2021-11-12T10:43:01Z</dcterms:modified>
</cp:coreProperties>
</file>