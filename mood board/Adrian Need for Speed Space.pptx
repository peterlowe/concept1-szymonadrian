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F8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92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BD4C1-80F8-4372-8976-6F1EC8CB7F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0C163B-AD73-4BB7-ADB6-BB1B7FDBBD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B7D3AF-6ED8-413A-A3F6-D8D514131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C8EA6-A727-437D-83C8-497E3E4ACC2F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E7D61D-47E9-446A-9F04-6D4B0A8FF6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E168EC-EE34-4781-BD14-E6DBA9859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CE439-A010-45F2-AE88-AFDAA9D5572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127472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0B7FDA-D4C5-4C2F-9D2F-0DAEB82E97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39F1A3-41A8-4091-BBAF-047FD7B770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48F421-9F57-4042-8604-C5147A6C6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C8EA6-A727-437D-83C8-497E3E4ACC2F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37ACFF-738F-40DD-910E-7BA6B26B5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C659B2-3356-48CA-84EF-82D20D7F2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CE439-A010-45F2-AE88-AFDAA9D5572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49500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ABF41-C592-4494-B08E-0DFDE3195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B87496-ACB8-4203-B21F-6A0DE6C590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229AAD-7D19-4C9A-8073-1ED7F2AD4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C8EA6-A727-437D-83C8-497E3E4ACC2F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005779-7AC0-48EA-9651-F6197135B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805C50-AA50-45A2-8517-3F2C36610C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CE439-A010-45F2-AE88-AFDAA9D5572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877906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80CA0-25DF-4765-B919-A655B1480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5667DB-6443-48DB-BCBB-74B885DC7A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1FBD3D-D2A6-4BD4-A7F5-B9A7CB56BE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4F67DD-8367-44F2-BA3D-FB57F6D483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C8EA6-A727-437D-83C8-497E3E4ACC2F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4E0D46-0DEB-4143-A19E-147382EE9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DF8300-1CE3-4820-8080-0F3619D2D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CE439-A010-45F2-AE88-AFDAA9D5572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0935844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F447E7-9DCE-4B7B-8CE3-D8227D64B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03AE4D-32D6-4AFD-BFF2-1798ACB068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686D9B-BFC2-47CB-AD20-BE673D8636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E0403E-C01B-43E4-A563-FD9A3A6ECCC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B2530B2-0B00-4A80-ABC1-D5562736E9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985B69-6E83-4BE5-A32E-45FEC2508A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C8EA6-A727-437D-83C8-497E3E4ACC2F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289C7BC-D561-4667-9037-7BCABA8F00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EB6CD1-6FD1-4FEA-8DAC-E9FAFD72F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CE439-A010-45F2-AE88-AFDAA9D5572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164421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DC211-F603-4EDA-95FF-BC7CCEA6C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DD7141-C36A-4596-853B-7690D2423A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C8EA6-A727-437D-83C8-497E3E4ACC2F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2F4C34-8D9D-4A8D-941D-57429108B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808CBE-02C1-49BF-BFFA-5BC0396F7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CE439-A010-45F2-AE88-AFDAA9D5572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2143510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9CB7B46-BBAE-4E66-AC68-46068641B0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C8EA6-A727-437D-83C8-497E3E4ACC2F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1225C1-1C98-4E18-811E-B05646C62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B55143-59FB-4555-B2E3-DF5A27A84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CE439-A010-45F2-AE88-AFDAA9D5572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92712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0549F-6E27-472B-BCB4-3D86B6AEA2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FE8113-0759-4E2C-914E-8A5A8AD144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7BDC45-3076-4631-A1B1-6B6FC330FB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FFAE96-18B4-4B76-A739-02EFC239E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C8EA6-A727-437D-83C8-497E3E4ACC2F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D7BA08-F00D-4080-8261-13317265AF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3D79E5-11FD-4624-A2E1-D0FD1AC03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CE439-A010-45F2-AE88-AFDAA9D5572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092588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80274F-F7C1-4FF1-B865-FCD4F774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B33CBBB-8D3E-48E4-A6E4-8C47C142C4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7D6DBE-EA5A-4092-B268-B5391DC582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A945D7-9501-41D3-BC72-305180F20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C8EA6-A727-437D-83C8-497E3E4ACC2F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85CB98-E66A-4080-BF21-C7947B2E97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AED2EB-A0F8-4C9C-84F4-8AA071CFA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CE439-A010-45F2-AE88-AFDAA9D5572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35794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AAC15-0DE0-4D43-81D0-9C3A41967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196DC7-5270-454C-84D5-6E6353D1DA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F8C4E0-2F25-4B0A-BC08-1FEF64629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C8EA6-A727-437D-83C8-497E3E4ACC2F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868D75-A9D0-4E64-BEBE-5D1C9A05E9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0038FC-0579-48A0-81F6-FB45BE174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CE439-A010-45F2-AE88-AFDAA9D5572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105117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E044063-9750-4C27-8B5E-01EF6FE92E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57AFD5-62D9-4309-8CD1-17546AF493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F629A8-2E3D-477A-B63F-B99177406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C8EA6-A727-437D-83C8-497E3E4ACC2F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F59A54-33CF-49B1-83DC-F0D580BAA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41E43E-FD47-49B7-AC85-47EEB9544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CE439-A010-45F2-AE88-AFDAA9D5572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285134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AA64D8-E146-45F5-983C-CB0157D2D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A7DD5D-DDC9-45C8-AF7B-C0AB2226DF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DE2B5E-1FEE-4359-B047-C5C75EFCD3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BC8EA6-A727-437D-83C8-497E3E4ACC2F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B7EFC7-DFE0-490C-BF13-B419AA4C7B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B240D0-A823-4292-BC06-69261DD52E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2CE439-A010-45F2-AE88-AFDAA9D5572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426596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24238D4-8B23-4C92-98B2-5493AEE7D7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29912" y="0"/>
            <a:ext cx="13051824" cy="6858000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506853A2-D51C-4693-8A3E-C0ABAE112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>
                <a:solidFill>
                  <a:srgbClr val="F8F8F8"/>
                </a:solidFill>
              </a:rPr>
              <a:t>This game is about: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B50C199-0F53-4B3C-A09C-756799DFC7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E" dirty="0">
                <a:solidFill>
                  <a:srgbClr val="F8F8F8"/>
                </a:solidFill>
              </a:rPr>
              <a:t>Racing through the vast beauty of space</a:t>
            </a:r>
          </a:p>
          <a:p>
            <a:pPr marL="0" indent="0">
              <a:buNone/>
            </a:pPr>
            <a:r>
              <a:rPr lang="en-IE" dirty="0">
                <a:solidFill>
                  <a:srgbClr val="F8F8F8"/>
                </a:solidFill>
              </a:rPr>
              <a:t>Venturing to different planets in our solar system</a:t>
            </a:r>
          </a:p>
          <a:p>
            <a:pPr marL="0" indent="0">
              <a:buNone/>
            </a:pPr>
            <a:r>
              <a:rPr lang="en-IE" dirty="0">
                <a:solidFill>
                  <a:srgbClr val="F8F8F8"/>
                </a:solidFill>
              </a:rPr>
              <a:t>Knocking other racers from the space roads into the </a:t>
            </a:r>
            <a:r>
              <a:rPr lang="en-IE">
                <a:solidFill>
                  <a:srgbClr val="F8F8F8"/>
                </a:solidFill>
              </a:rPr>
              <a:t>vast abyss</a:t>
            </a:r>
          </a:p>
        </p:txBody>
      </p:sp>
    </p:spTree>
    <p:extLst>
      <p:ext uri="{BB962C8B-B14F-4D97-AF65-F5344CB8AC3E}">
        <p14:creationId xmlns:p14="http://schemas.microsoft.com/office/powerpoint/2010/main" val="26693388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EE036F9-CCE1-4FD7-BFEE-0FEB464005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379303" y="119270"/>
            <a:ext cx="17834015" cy="6609075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07D340-6C24-49E1-B3A7-F2A1652A4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>
                <a:solidFill>
                  <a:schemeClr val="bg1"/>
                </a:solidFill>
              </a:rPr>
              <a:t>You race through space with cars</a:t>
            </a:r>
          </a:p>
        </p:txBody>
      </p:sp>
    </p:spTree>
    <p:extLst>
      <p:ext uri="{BB962C8B-B14F-4D97-AF65-F5344CB8AC3E}">
        <p14:creationId xmlns:p14="http://schemas.microsoft.com/office/powerpoint/2010/main" val="19525204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37</Words>
  <Application>Microsoft Office PowerPoint</Application>
  <PresentationFormat>Widescreen</PresentationFormat>
  <Paragraphs>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This game is about:</vt:lpstr>
      <vt:lpstr>You race through space with cars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(Student) - Adrian Sokolowski</dc:creator>
  <cp:lastModifiedBy>(Student) - Adrian Sokolowski</cp:lastModifiedBy>
  <cp:revision>5</cp:revision>
  <dcterms:created xsi:type="dcterms:W3CDTF">2021-11-12T10:31:26Z</dcterms:created>
  <dcterms:modified xsi:type="dcterms:W3CDTF">2021-11-12T10:57:31Z</dcterms:modified>
</cp:coreProperties>
</file>