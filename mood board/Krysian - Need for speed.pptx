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11B6A-72B9-783A-BECE-BCBF04A30C02}" v="129" dt="2021-11-12T10:45:56.178"/>
    <p1510:client id="{531579CC-F168-473A-84E1-35F01C9F41B8}" v="46" dt="2021-11-12T10:30:34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90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41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9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29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53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98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14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69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5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5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49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8609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>
            <a:extLst>
              <a:ext uri="{FF2B5EF4-FFF2-40B4-BE49-F238E27FC236}">
                <a16:creationId xmlns:a16="http://schemas.microsoft.com/office/drawing/2014/main" id="{B1395C1E-2648-4FFC-AC7C-2C1708351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1C7379FE-10D6-4FEA-BEA3-5E2034A44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B7BFA-EBDD-467C-B253-EFA700504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9D773-2FA9-4E93-A01A-AEECF93EB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08A6F-C28D-4C68-9627-9B83F062F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DAD309-1212-498F-ABAD-388FFD32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297EF4-1A36-4B32-9046-62BAFD8D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F1A665-D17E-4BA3-B5A3-F110CD86C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6D605E-D700-4B1A-A753-5714D9623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F9A0FD-37D4-45E5-9424-E1FE156DF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ED9ACE9-3D3F-4446-A178-282937C11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19B9A5-FAB0-4DEA-90D4-AD775D2E8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8117" y="808056"/>
            <a:ext cx="3024722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Feature Key points</a:t>
            </a:r>
          </a:p>
        </p:txBody>
      </p:sp>
      <p:pic>
        <p:nvPicPr>
          <p:cNvPr id="6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B2DC5768-F7E4-41E4-9C32-B1446E586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l="10454" r="4360" b="2"/>
          <a:stretch/>
        </p:blipFill>
        <p:spPr>
          <a:xfrm>
            <a:off x="1005401" y="10"/>
            <a:ext cx="5569814" cy="343258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 descr="Rocket launch">
            <a:extLst>
              <a:ext uri="{FF2B5EF4-FFF2-40B4-BE49-F238E27FC236}">
                <a16:creationId xmlns:a16="http://schemas.microsoft.com/office/drawing/2014/main" id="{5385C70D-B06F-4C0F-BF43-F5B13F83D6A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672" r="3" b="3"/>
          <a:stretch/>
        </p:blipFill>
        <p:spPr>
          <a:xfrm>
            <a:off x="1005401" y="3425635"/>
            <a:ext cx="5569814" cy="34325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2A5A27C-6EB0-4F96-97EF-7811EE9D5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96AD9-160F-4F88-9FC2-83FA13F30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104" y="2052116"/>
            <a:ext cx="3012735" cy="39978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/>
              <a:t>The game will feature famous car racers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/>
              <a:t>The player will be able to race on different planets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/>
              <a:t>Player can explore space to find better parts for their car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331C4E-F305-420E-9B65-93EAA9B24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52CF6-AF1D-4363-B657-75434F80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5742-C126-4027-BE40-19B2A1921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B5978-7092-4649-A3BA-398891EB0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Arial"/>
              </a:rPr>
              <a:t>The game will be like all the typical racing games.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Arial"/>
              </a:rPr>
              <a:t>The customer will be people who love racing.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cs typeface="Arial"/>
              </a:rPr>
              <a:t>Expected sales 50 euro.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25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Madison</vt:lpstr>
      <vt:lpstr>Feature Key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49</cp:revision>
  <dcterms:created xsi:type="dcterms:W3CDTF">2021-11-12T10:14:13Z</dcterms:created>
  <dcterms:modified xsi:type="dcterms:W3CDTF">2021-11-12T10:46:23Z</dcterms:modified>
</cp:coreProperties>
</file>