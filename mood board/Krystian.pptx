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1579CC-F168-473A-84E1-35F01C9F41B8}" v="46" dt="2021-11-12T10:30:34.5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(Student) - Krystian Sendyk" userId="S::c00273292@itcarlow.ie::0c763ae4-2022-49fc-8c64-32a8be53fef9" providerId="AD" clId="Web-{531579CC-F168-473A-84E1-35F01C9F41B8}"/>
    <pc:docChg chg="addSld delSld modSld addMainMaster delMainMaster">
      <pc:chgData name="(Student) - Krystian Sendyk" userId="S::c00273292@itcarlow.ie::0c763ae4-2022-49fc-8c64-32a8be53fef9" providerId="AD" clId="Web-{531579CC-F168-473A-84E1-35F01C9F41B8}" dt="2021-11-12T10:30:37.160" v="44"/>
      <pc:docMkLst>
        <pc:docMk/>
      </pc:docMkLst>
      <pc:sldChg chg="addSp modSp mod setBg modClrScheme addAnim setClrOvrMap chgLayout">
        <pc:chgData name="(Student) - Krystian Sendyk" userId="S::c00273292@itcarlow.ie::0c763ae4-2022-49fc-8c64-32a8be53fef9" providerId="AD" clId="Web-{531579CC-F168-473A-84E1-35F01C9F41B8}" dt="2021-11-12T10:28:32.391" v="15" actId="20577"/>
        <pc:sldMkLst>
          <pc:docMk/>
          <pc:sldMk cId="109857222" sldId="256"/>
        </pc:sldMkLst>
        <pc:spChg chg="mod ord">
          <ac:chgData name="(Student) - Krystian Sendyk" userId="S::c00273292@itcarlow.ie::0c763ae4-2022-49fc-8c64-32a8be53fef9" providerId="AD" clId="Web-{531579CC-F168-473A-84E1-35F01C9F41B8}" dt="2021-11-12T10:28:14.906" v="6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(Student) - Krystian Sendyk" userId="S::c00273292@itcarlow.ie::0c763ae4-2022-49fc-8c64-32a8be53fef9" providerId="AD" clId="Web-{531579CC-F168-473A-84E1-35F01C9F41B8}" dt="2021-11-12T10:28:32.391" v="15" actId="20577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(Student) - Krystian Sendyk" userId="S::c00273292@itcarlow.ie::0c763ae4-2022-49fc-8c64-32a8be53fef9" providerId="AD" clId="Web-{531579CC-F168-473A-84E1-35F01C9F41B8}" dt="2021-11-12T10:28:14.906" v="6"/>
          <ac:spMkLst>
            <pc:docMk/>
            <pc:sldMk cId="109857222" sldId="256"/>
            <ac:spMk id="9" creationId="{26B4480E-B7FF-4481-890E-043A69AE6FE2}"/>
          </ac:spMkLst>
        </pc:spChg>
        <pc:spChg chg="add">
          <ac:chgData name="(Student) - Krystian Sendyk" userId="S::c00273292@itcarlow.ie::0c763ae4-2022-49fc-8c64-32a8be53fef9" providerId="AD" clId="Web-{531579CC-F168-473A-84E1-35F01C9F41B8}" dt="2021-11-12T10:28:14.906" v="6"/>
          <ac:spMkLst>
            <pc:docMk/>
            <pc:sldMk cId="109857222" sldId="256"/>
            <ac:spMk id="11" creationId="{64C13BAB-7C00-4D21-A857-E3D41C0A2A66}"/>
          </ac:spMkLst>
        </pc:spChg>
        <pc:spChg chg="add">
          <ac:chgData name="(Student) - Krystian Sendyk" userId="S::c00273292@itcarlow.ie::0c763ae4-2022-49fc-8c64-32a8be53fef9" providerId="AD" clId="Web-{531579CC-F168-473A-84E1-35F01C9F41B8}" dt="2021-11-12T10:28:14.906" v="6"/>
          <ac:spMkLst>
            <pc:docMk/>
            <pc:sldMk cId="109857222" sldId="256"/>
            <ac:spMk id="13" creationId="{1F1FF39A-AC3C-4066-9D4C-519AA22812EA}"/>
          </ac:spMkLst>
        </pc:spChg>
        <pc:picChg chg="add">
          <ac:chgData name="(Student) - Krystian Sendyk" userId="S::c00273292@itcarlow.ie::0c763ae4-2022-49fc-8c64-32a8be53fef9" providerId="AD" clId="Web-{531579CC-F168-473A-84E1-35F01C9F41B8}" dt="2021-11-12T10:28:14.906" v="6"/>
          <ac:picMkLst>
            <pc:docMk/>
            <pc:sldMk cId="109857222" sldId="256"/>
            <ac:picMk id="4" creationId="{5385C70D-B06F-4C0F-BF43-F5B13F83D6AC}"/>
          </ac:picMkLst>
        </pc:picChg>
      </pc:sldChg>
      <pc:sldChg chg="new del">
        <pc:chgData name="(Student) - Krystian Sendyk" userId="S::c00273292@itcarlow.ie::0c763ae4-2022-49fc-8c64-32a8be53fef9" providerId="AD" clId="Web-{531579CC-F168-473A-84E1-35F01C9F41B8}" dt="2021-11-12T10:28:43.157" v="19"/>
        <pc:sldMkLst>
          <pc:docMk/>
          <pc:sldMk cId="1697283221" sldId="257"/>
        </pc:sldMkLst>
      </pc:sldChg>
      <pc:sldChg chg="addSp delSp modSp new mod setBg setClrOvrMap">
        <pc:chgData name="(Student) - Krystian Sendyk" userId="S::c00273292@itcarlow.ie::0c763ae4-2022-49fc-8c64-32a8be53fef9" providerId="AD" clId="Web-{531579CC-F168-473A-84E1-35F01C9F41B8}" dt="2021-11-12T10:30:37.160" v="44"/>
        <pc:sldMkLst>
          <pc:docMk/>
          <pc:sldMk cId="3065107043" sldId="257"/>
        </pc:sldMkLst>
        <pc:spChg chg="mod">
          <ac:chgData name="(Student) - Krystian Sendyk" userId="S::c00273292@itcarlow.ie::0c763ae4-2022-49fc-8c64-32a8be53fef9" providerId="AD" clId="Web-{531579CC-F168-473A-84E1-35F01C9F41B8}" dt="2021-11-12T10:30:37.160" v="44"/>
          <ac:spMkLst>
            <pc:docMk/>
            <pc:sldMk cId="3065107043" sldId="257"/>
            <ac:spMk id="2" creationId="{1C2E069E-129A-4952-B631-DB8E46040361}"/>
          </ac:spMkLst>
        </pc:spChg>
        <pc:spChg chg="del">
          <ac:chgData name="(Student) - Krystian Sendyk" userId="S::c00273292@itcarlow.ie::0c763ae4-2022-49fc-8c64-32a8be53fef9" providerId="AD" clId="Web-{531579CC-F168-473A-84E1-35F01C9F41B8}" dt="2021-11-12T10:29:58.315" v="21"/>
          <ac:spMkLst>
            <pc:docMk/>
            <pc:sldMk cId="3065107043" sldId="257"/>
            <ac:spMk id="3" creationId="{710185A1-0110-4E13-91E7-C44E89ACD9B9}"/>
          </ac:spMkLst>
        </pc:spChg>
        <pc:spChg chg="mod">
          <ac:chgData name="(Student) - Krystian Sendyk" userId="S::c00273292@itcarlow.ie::0c763ae4-2022-49fc-8c64-32a8be53fef9" providerId="AD" clId="Web-{531579CC-F168-473A-84E1-35F01C9F41B8}" dt="2021-11-12T10:30:37.160" v="44"/>
          <ac:spMkLst>
            <pc:docMk/>
            <pc:sldMk cId="3065107043" sldId="257"/>
            <ac:spMk id="4" creationId="{C7B7CCB6-2D17-4C31-9BEC-8DBDD9081BEF}"/>
          </ac:spMkLst>
        </pc:spChg>
        <pc:spChg chg="add">
          <ac:chgData name="(Student) - Krystian Sendyk" userId="S::c00273292@itcarlow.ie::0c763ae4-2022-49fc-8c64-32a8be53fef9" providerId="AD" clId="Web-{531579CC-F168-473A-84E1-35F01C9F41B8}" dt="2021-11-12T10:30:37.160" v="44"/>
          <ac:spMkLst>
            <pc:docMk/>
            <pc:sldMk cId="3065107043" sldId="257"/>
            <ac:spMk id="10" creationId="{E6C8E6EB-4C59-429B-97E4-72A058CFC4FB}"/>
          </ac:spMkLst>
        </pc:spChg>
        <pc:spChg chg="add">
          <ac:chgData name="(Student) - Krystian Sendyk" userId="S::c00273292@itcarlow.ie::0c763ae4-2022-49fc-8c64-32a8be53fef9" providerId="AD" clId="Web-{531579CC-F168-473A-84E1-35F01C9F41B8}" dt="2021-11-12T10:30:37.160" v="44"/>
          <ac:spMkLst>
            <pc:docMk/>
            <pc:sldMk cId="3065107043" sldId="257"/>
            <ac:spMk id="12" creationId="{B5B90362-AFCC-46A9-B41C-A257A8C5B314}"/>
          </ac:spMkLst>
        </pc:spChg>
        <pc:spChg chg="add">
          <ac:chgData name="(Student) - Krystian Sendyk" userId="S::c00273292@itcarlow.ie::0c763ae4-2022-49fc-8c64-32a8be53fef9" providerId="AD" clId="Web-{531579CC-F168-473A-84E1-35F01C9F41B8}" dt="2021-11-12T10:30:37.160" v="44"/>
          <ac:spMkLst>
            <pc:docMk/>
            <pc:sldMk cId="3065107043" sldId="257"/>
            <ac:spMk id="14" creationId="{F71EF7F1-38BA-471D-8CD4-2A9AE8E35527}"/>
          </ac:spMkLst>
        </pc:spChg>
        <pc:spChg chg="add">
          <ac:chgData name="(Student) - Krystian Sendyk" userId="S::c00273292@itcarlow.ie::0c763ae4-2022-49fc-8c64-32a8be53fef9" providerId="AD" clId="Web-{531579CC-F168-473A-84E1-35F01C9F41B8}" dt="2021-11-12T10:30:37.160" v="44"/>
          <ac:spMkLst>
            <pc:docMk/>
            <pc:sldMk cId="3065107043" sldId="257"/>
            <ac:spMk id="16" creationId="{C0524398-BFB4-4C4A-8317-83B8729F9B26}"/>
          </ac:spMkLst>
        </pc:spChg>
        <pc:spChg chg="add">
          <ac:chgData name="(Student) - Krystian Sendyk" userId="S::c00273292@itcarlow.ie::0c763ae4-2022-49fc-8c64-32a8be53fef9" providerId="AD" clId="Web-{531579CC-F168-473A-84E1-35F01C9F41B8}" dt="2021-11-12T10:30:37.160" v="44"/>
          <ac:spMkLst>
            <pc:docMk/>
            <pc:sldMk cId="3065107043" sldId="257"/>
            <ac:spMk id="18" creationId="{E08D4B6A-8113-4DFB-B82E-B60CAC8E0A50}"/>
          </ac:spMkLst>
        </pc:spChg>
        <pc:spChg chg="add">
          <ac:chgData name="(Student) - Krystian Sendyk" userId="S::c00273292@itcarlow.ie::0c763ae4-2022-49fc-8c64-32a8be53fef9" providerId="AD" clId="Web-{531579CC-F168-473A-84E1-35F01C9F41B8}" dt="2021-11-12T10:30:37.160" v="44"/>
          <ac:spMkLst>
            <pc:docMk/>
            <pc:sldMk cId="3065107043" sldId="257"/>
            <ac:spMk id="20" creationId="{9822E561-F97C-4CBB-A9A6-A6BF6317BC84}"/>
          </ac:spMkLst>
        </pc:spChg>
        <pc:spChg chg="add">
          <ac:chgData name="(Student) - Krystian Sendyk" userId="S::c00273292@itcarlow.ie::0c763ae4-2022-49fc-8c64-32a8be53fef9" providerId="AD" clId="Web-{531579CC-F168-473A-84E1-35F01C9F41B8}" dt="2021-11-12T10:30:37.160" v="44"/>
          <ac:spMkLst>
            <pc:docMk/>
            <pc:sldMk cId="3065107043" sldId="257"/>
            <ac:spMk id="22" creationId="{B01B0E58-A5C8-4CDA-A2E0-35DF94E59857}"/>
          </ac:spMkLst>
        </pc:spChg>
        <pc:picChg chg="add mod ord">
          <ac:chgData name="(Student) - Krystian Sendyk" userId="S::c00273292@itcarlow.ie::0c763ae4-2022-49fc-8c64-32a8be53fef9" providerId="AD" clId="Web-{531579CC-F168-473A-84E1-35F01C9F41B8}" dt="2021-11-12T10:30:37.160" v="44"/>
          <ac:picMkLst>
            <pc:docMk/>
            <pc:sldMk cId="3065107043" sldId="257"/>
            <ac:picMk id="5" creationId="{F02F0FB0-4CD8-41AC-80B3-60FE4D92A0C9}"/>
          </ac:picMkLst>
        </pc:picChg>
      </pc:sldChg>
      <pc:sldChg chg="new del">
        <pc:chgData name="(Student) - Krystian Sendyk" userId="S::c00273292@itcarlow.ie::0c763ae4-2022-49fc-8c64-32a8be53fef9" providerId="AD" clId="Web-{531579CC-F168-473A-84E1-35F01C9F41B8}" dt="2021-11-12T10:28:41.657" v="18"/>
        <pc:sldMkLst>
          <pc:docMk/>
          <pc:sldMk cId="1212438047" sldId="258"/>
        </pc:sldMkLst>
      </pc:sldChg>
      <pc:sldMasterChg chg="del delSldLayout">
        <pc:chgData name="(Student) - Krystian Sendyk" userId="S::c00273292@itcarlow.ie::0c763ae4-2022-49fc-8c64-32a8be53fef9" providerId="AD" clId="Web-{531579CC-F168-473A-84E1-35F01C9F41B8}" dt="2021-11-12T10:28:09.765" v="5"/>
        <pc:sldMasterMkLst>
          <pc:docMk/>
          <pc:sldMasterMk cId="2460954070" sldId="2147483660"/>
        </pc:sldMasterMkLst>
        <pc:sldLayoutChg chg="del">
          <pc:chgData name="(Student) - Krystian Sendyk" userId="S::c00273292@itcarlow.ie::0c763ae4-2022-49fc-8c64-32a8be53fef9" providerId="AD" clId="Web-{531579CC-F168-473A-84E1-35F01C9F41B8}" dt="2021-11-12T10:28:09.765" v="5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(Student) - Krystian Sendyk" userId="S::c00273292@itcarlow.ie::0c763ae4-2022-49fc-8c64-32a8be53fef9" providerId="AD" clId="Web-{531579CC-F168-473A-84E1-35F01C9F41B8}" dt="2021-11-12T10:28:09.765" v="5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(Student) - Krystian Sendyk" userId="S::c00273292@itcarlow.ie::0c763ae4-2022-49fc-8c64-32a8be53fef9" providerId="AD" clId="Web-{531579CC-F168-473A-84E1-35F01C9F41B8}" dt="2021-11-12T10:28:09.765" v="5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(Student) - Krystian Sendyk" userId="S::c00273292@itcarlow.ie::0c763ae4-2022-49fc-8c64-32a8be53fef9" providerId="AD" clId="Web-{531579CC-F168-473A-84E1-35F01C9F41B8}" dt="2021-11-12T10:28:09.765" v="5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(Student) - Krystian Sendyk" userId="S::c00273292@itcarlow.ie::0c763ae4-2022-49fc-8c64-32a8be53fef9" providerId="AD" clId="Web-{531579CC-F168-473A-84E1-35F01C9F41B8}" dt="2021-11-12T10:28:09.765" v="5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(Student) - Krystian Sendyk" userId="S::c00273292@itcarlow.ie::0c763ae4-2022-49fc-8c64-32a8be53fef9" providerId="AD" clId="Web-{531579CC-F168-473A-84E1-35F01C9F41B8}" dt="2021-11-12T10:28:09.765" v="5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(Student) - Krystian Sendyk" userId="S::c00273292@itcarlow.ie::0c763ae4-2022-49fc-8c64-32a8be53fef9" providerId="AD" clId="Web-{531579CC-F168-473A-84E1-35F01C9F41B8}" dt="2021-11-12T10:28:09.765" v="5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(Student) - Krystian Sendyk" userId="S::c00273292@itcarlow.ie::0c763ae4-2022-49fc-8c64-32a8be53fef9" providerId="AD" clId="Web-{531579CC-F168-473A-84E1-35F01C9F41B8}" dt="2021-11-12T10:28:09.765" v="5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(Student) - Krystian Sendyk" userId="S::c00273292@itcarlow.ie::0c763ae4-2022-49fc-8c64-32a8be53fef9" providerId="AD" clId="Web-{531579CC-F168-473A-84E1-35F01C9F41B8}" dt="2021-11-12T10:28:09.765" v="5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(Student) - Krystian Sendyk" userId="S::c00273292@itcarlow.ie::0c763ae4-2022-49fc-8c64-32a8be53fef9" providerId="AD" clId="Web-{531579CC-F168-473A-84E1-35F01C9F41B8}" dt="2021-11-12T10:28:09.765" v="5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(Student) - Krystian Sendyk" userId="S::c00273292@itcarlow.ie::0c763ae4-2022-49fc-8c64-32a8be53fef9" providerId="AD" clId="Web-{531579CC-F168-473A-84E1-35F01C9F41B8}" dt="2021-11-12T10:28:09.765" v="5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(Student) - Krystian Sendyk" userId="S::c00273292@itcarlow.ie::0c763ae4-2022-49fc-8c64-32a8be53fef9" providerId="AD" clId="Web-{531579CC-F168-473A-84E1-35F01C9F41B8}" dt="2021-11-12T10:28:14.906" v="6"/>
        <pc:sldMasterMkLst>
          <pc:docMk/>
          <pc:sldMasterMk cId="1263359302" sldId="2147483672"/>
        </pc:sldMasterMkLst>
        <pc:sldLayoutChg chg="add del mod replId">
          <pc:chgData name="(Student) - Krystian Sendyk" userId="S::c00273292@itcarlow.ie::0c763ae4-2022-49fc-8c64-32a8be53fef9" providerId="AD" clId="Web-{531579CC-F168-473A-84E1-35F01C9F41B8}" dt="2021-11-12T10:28:14.906" v="6"/>
          <pc:sldLayoutMkLst>
            <pc:docMk/>
            <pc:sldMasterMk cId="1263359302" sldId="2147483672"/>
            <pc:sldLayoutMk cId="257765283" sldId="2147483673"/>
          </pc:sldLayoutMkLst>
        </pc:sldLayoutChg>
        <pc:sldLayoutChg chg="add del mod replId">
          <pc:chgData name="(Student) - Krystian Sendyk" userId="S::c00273292@itcarlow.ie::0c763ae4-2022-49fc-8c64-32a8be53fef9" providerId="AD" clId="Web-{531579CC-F168-473A-84E1-35F01C9F41B8}" dt="2021-11-12T10:28:14.906" v="6"/>
          <pc:sldLayoutMkLst>
            <pc:docMk/>
            <pc:sldMasterMk cId="1263359302" sldId="2147483672"/>
            <pc:sldLayoutMk cId="3622130337" sldId="2147483674"/>
          </pc:sldLayoutMkLst>
        </pc:sldLayoutChg>
        <pc:sldLayoutChg chg="add del mod replId">
          <pc:chgData name="(Student) - Krystian Sendyk" userId="S::c00273292@itcarlow.ie::0c763ae4-2022-49fc-8c64-32a8be53fef9" providerId="AD" clId="Web-{531579CC-F168-473A-84E1-35F01C9F41B8}" dt="2021-11-12T10:28:14.906" v="6"/>
          <pc:sldLayoutMkLst>
            <pc:docMk/>
            <pc:sldMasterMk cId="1263359302" sldId="2147483672"/>
            <pc:sldLayoutMk cId="298477632" sldId="2147483675"/>
          </pc:sldLayoutMkLst>
        </pc:sldLayoutChg>
        <pc:sldLayoutChg chg="add del mod replId">
          <pc:chgData name="(Student) - Krystian Sendyk" userId="S::c00273292@itcarlow.ie::0c763ae4-2022-49fc-8c64-32a8be53fef9" providerId="AD" clId="Web-{531579CC-F168-473A-84E1-35F01C9F41B8}" dt="2021-11-12T10:28:14.906" v="6"/>
          <pc:sldLayoutMkLst>
            <pc:docMk/>
            <pc:sldMasterMk cId="1263359302" sldId="2147483672"/>
            <pc:sldLayoutMk cId="736090623" sldId="2147483676"/>
          </pc:sldLayoutMkLst>
        </pc:sldLayoutChg>
        <pc:sldLayoutChg chg="add del mod replId">
          <pc:chgData name="(Student) - Krystian Sendyk" userId="S::c00273292@itcarlow.ie::0c763ae4-2022-49fc-8c64-32a8be53fef9" providerId="AD" clId="Web-{531579CC-F168-473A-84E1-35F01C9F41B8}" dt="2021-11-12T10:28:14.906" v="6"/>
          <pc:sldLayoutMkLst>
            <pc:docMk/>
            <pc:sldMasterMk cId="1263359302" sldId="2147483672"/>
            <pc:sldLayoutMk cId="641295658" sldId="2147483677"/>
          </pc:sldLayoutMkLst>
        </pc:sldLayoutChg>
        <pc:sldLayoutChg chg="add del mod replId">
          <pc:chgData name="(Student) - Krystian Sendyk" userId="S::c00273292@itcarlow.ie::0c763ae4-2022-49fc-8c64-32a8be53fef9" providerId="AD" clId="Web-{531579CC-F168-473A-84E1-35F01C9F41B8}" dt="2021-11-12T10:28:14.906" v="6"/>
          <pc:sldLayoutMkLst>
            <pc:docMk/>
            <pc:sldMasterMk cId="1263359302" sldId="2147483672"/>
            <pc:sldLayoutMk cId="2270920591" sldId="2147483678"/>
          </pc:sldLayoutMkLst>
        </pc:sldLayoutChg>
        <pc:sldLayoutChg chg="add del mod replId">
          <pc:chgData name="(Student) - Krystian Sendyk" userId="S::c00273292@itcarlow.ie::0c763ae4-2022-49fc-8c64-32a8be53fef9" providerId="AD" clId="Web-{531579CC-F168-473A-84E1-35F01C9F41B8}" dt="2021-11-12T10:28:14.906" v="6"/>
          <pc:sldLayoutMkLst>
            <pc:docMk/>
            <pc:sldMasterMk cId="1263359302" sldId="2147483672"/>
            <pc:sldLayoutMk cId="2079165254" sldId="2147483679"/>
          </pc:sldLayoutMkLst>
        </pc:sldLayoutChg>
        <pc:sldLayoutChg chg="add del mod replId">
          <pc:chgData name="(Student) - Krystian Sendyk" userId="S::c00273292@itcarlow.ie::0c763ae4-2022-49fc-8c64-32a8be53fef9" providerId="AD" clId="Web-{531579CC-F168-473A-84E1-35F01C9F41B8}" dt="2021-11-12T10:28:14.906" v="6"/>
          <pc:sldLayoutMkLst>
            <pc:docMk/>
            <pc:sldMasterMk cId="1263359302" sldId="2147483672"/>
            <pc:sldLayoutMk cId="2070606886" sldId="2147483680"/>
          </pc:sldLayoutMkLst>
        </pc:sldLayoutChg>
        <pc:sldLayoutChg chg="add del mod replId">
          <pc:chgData name="(Student) - Krystian Sendyk" userId="S::c00273292@itcarlow.ie::0c763ae4-2022-49fc-8c64-32a8be53fef9" providerId="AD" clId="Web-{531579CC-F168-473A-84E1-35F01C9F41B8}" dt="2021-11-12T10:28:14.906" v="6"/>
          <pc:sldLayoutMkLst>
            <pc:docMk/>
            <pc:sldMasterMk cId="1263359302" sldId="2147483672"/>
            <pc:sldLayoutMk cId="3565763075" sldId="2147483681"/>
          </pc:sldLayoutMkLst>
        </pc:sldLayoutChg>
        <pc:sldLayoutChg chg="add del mod replId">
          <pc:chgData name="(Student) - Krystian Sendyk" userId="S::c00273292@itcarlow.ie::0c763ae4-2022-49fc-8c64-32a8be53fef9" providerId="AD" clId="Web-{531579CC-F168-473A-84E1-35F01C9F41B8}" dt="2021-11-12T10:28:14.906" v="6"/>
          <pc:sldLayoutMkLst>
            <pc:docMk/>
            <pc:sldMasterMk cId="1263359302" sldId="2147483672"/>
            <pc:sldLayoutMk cId="1468030660" sldId="2147483682"/>
          </pc:sldLayoutMkLst>
        </pc:sldLayoutChg>
        <pc:sldLayoutChg chg="add del mod replId">
          <pc:chgData name="(Student) - Krystian Sendyk" userId="S::c00273292@itcarlow.ie::0c763ae4-2022-49fc-8c64-32a8be53fef9" providerId="AD" clId="Web-{531579CC-F168-473A-84E1-35F01C9F41B8}" dt="2021-11-12T10:28:14.906" v="6"/>
          <pc:sldLayoutMkLst>
            <pc:docMk/>
            <pc:sldMasterMk cId="1263359302" sldId="2147483672"/>
            <pc:sldLayoutMk cId="3392184013" sldId="2147483683"/>
          </pc:sldLayoutMkLst>
        </pc:sldLayoutChg>
      </pc:sldMasterChg>
      <pc:sldMasterChg chg="add addSldLayout">
        <pc:chgData name="(Student) - Krystian Sendyk" userId="S::c00273292@itcarlow.ie::0c763ae4-2022-49fc-8c64-32a8be53fef9" providerId="AD" clId="Web-{531579CC-F168-473A-84E1-35F01C9F41B8}" dt="2021-11-12T10:28:14.906" v="6"/>
        <pc:sldMasterMkLst>
          <pc:docMk/>
          <pc:sldMasterMk cId="3018631656" sldId="2147483697"/>
        </pc:sldMasterMkLst>
        <pc:sldLayoutChg chg="add">
          <pc:chgData name="(Student) - Krystian Sendyk" userId="S::c00273292@itcarlow.ie::0c763ae4-2022-49fc-8c64-32a8be53fef9" providerId="AD" clId="Web-{531579CC-F168-473A-84E1-35F01C9F41B8}" dt="2021-11-12T10:28:14.906" v="6"/>
          <pc:sldLayoutMkLst>
            <pc:docMk/>
            <pc:sldMasterMk cId="3018631656" sldId="2147483697"/>
            <pc:sldLayoutMk cId="3649310085" sldId="2147483686"/>
          </pc:sldLayoutMkLst>
        </pc:sldLayoutChg>
        <pc:sldLayoutChg chg="add">
          <pc:chgData name="(Student) - Krystian Sendyk" userId="S::c00273292@itcarlow.ie::0c763ae4-2022-49fc-8c64-32a8be53fef9" providerId="AD" clId="Web-{531579CC-F168-473A-84E1-35F01C9F41B8}" dt="2021-11-12T10:28:14.906" v="6"/>
          <pc:sldLayoutMkLst>
            <pc:docMk/>
            <pc:sldMasterMk cId="3018631656" sldId="2147483697"/>
            <pc:sldLayoutMk cId="468924968" sldId="2147483687"/>
          </pc:sldLayoutMkLst>
        </pc:sldLayoutChg>
        <pc:sldLayoutChg chg="add">
          <pc:chgData name="(Student) - Krystian Sendyk" userId="S::c00273292@itcarlow.ie::0c763ae4-2022-49fc-8c64-32a8be53fef9" providerId="AD" clId="Web-{531579CC-F168-473A-84E1-35F01C9F41B8}" dt="2021-11-12T10:28:14.906" v="6"/>
          <pc:sldLayoutMkLst>
            <pc:docMk/>
            <pc:sldMasterMk cId="3018631656" sldId="2147483697"/>
            <pc:sldLayoutMk cId="742195696" sldId="2147483688"/>
          </pc:sldLayoutMkLst>
        </pc:sldLayoutChg>
        <pc:sldLayoutChg chg="add">
          <pc:chgData name="(Student) - Krystian Sendyk" userId="S::c00273292@itcarlow.ie::0c763ae4-2022-49fc-8c64-32a8be53fef9" providerId="AD" clId="Web-{531579CC-F168-473A-84E1-35F01C9F41B8}" dt="2021-11-12T10:28:14.906" v="6"/>
          <pc:sldLayoutMkLst>
            <pc:docMk/>
            <pc:sldMasterMk cId="3018631656" sldId="2147483697"/>
            <pc:sldLayoutMk cId="2783495729" sldId="2147483689"/>
          </pc:sldLayoutMkLst>
        </pc:sldLayoutChg>
        <pc:sldLayoutChg chg="add">
          <pc:chgData name="(Student) - Krystian Sendyk" userId="S::c00273292@itcarlow.ie::0c763ae4-2022-49fc-8c64-32a8be53fef9" providerId="AD" clId="Web-{531579CC-F168-473A-84E1-35F01C9F41B8}" dt="2021-11-12T10:28:14.906" v="6"/>
          <pc:sldLayoutMkLst>
            <pc:docMk/>
            <pc:sldMasterMk cId="3018631656" sldId="2147483697"/>
            <pc:sldLayoutMk cId="538902736" sldId="2147483690"/>
          </pc:sldLayoutMkLst>
        </pc:sldLayoutChg>
        <pc:sldLayoutChg chg="add">
          <pc:chgData name="(Student) - Krystian Sendyk" userId="S::c00273292@itcarlow.ie::0c763ae4-2022-49fc-8c64-32a8be53fef9" providerId="AD" clId="Web-{531579CC-F168-473A-84E1-35F01C9F41B8}" dt="2021-11-12T10:28:14.906" v="6"/>
          <pc:sldLayoutMkLst>
            <pc:docMk/>
            <pc:sldMasterMk cId="3018631656" sldId="2147483697"/>
            <pc:sldLayoutMk cId="2800090776" sldId="2147483691"/>
          </pc:sldLayoutMkLst>
        </pc:sldLayoutChg>
        <pc:sldLayoutChg chg="add">
          <pc:chgData name="(Student) - Krystian Sendyk" userId="S::c00273292@itcarlow.ie::0c763ae4-2022-49fc-8c64-32a8be53fef9" providerId="AD" clId="Web-{531579CC-F168-473A-84E1-35F01C9F41B8}" dt="2021-11-12T10:28:14.906" v="6"/>
          <pc:sldLayoutMkLst>
            <pc:docMk/>
            <pc:sldMasterMk cId="3018631656" sldId="2147483697"/>
            <pc:sldLayoutMk cId="1029593543" sldId="2147483692"/>
          </pc:sldLayoutMkLst>
        </pc:sldLayoutChg>
        <pc:sldLayoutChg chg="add">
          <pc:chgData name="(Student) - Krystian Sendyk" userId="S::c00273292@itcarlow.ie::0c763ae4-2022-49fc-8c64-32a8be53fef9" providerId="AD" clId="Web-{531579CC-F168-473A-84E1-35F01C9F41B8}" dt="2021-11-12T10:28:14.906" v="6"/>
          <pc:sldLayoutMkLst>
            <pc:docMk/>
            <pc:sldMasterMk cId="3018631656" sldId="2147483697"/>
            <pc:sldLayoutMk cId="4027125611" sldId="2147483693"/>
          </pc:sldLayoutMkLst>
        </pc:sldLayoutChg>
        <pc:sldLayoutChg chg="add">
          <pc:chgData name="(Student) - Krystian Sendyk" userId="S::c00273292@itcarlow.ie::0c763ae4-2022-49fc-8c64-32a8be53fef9" providerId="AD" clId="Web-{531579CC-F168-473A-84E1-35F01C9F41B8}" dt="2021-11-12T10:28:14.906" v="6"/>
          <pc:sldLayoutMkLst>
            <pc:docMk/>
            <pc:sldMasterMk cId="3018631656" sldId="2147483697"/>
            <pc:sldLayoutMk cId="598329446" sldId="2147483694"/>
          </pc:sldLayoutMkLst>
        </pc:sldLayoutChg>
        <pc:sldLayoutChg chg="add">
          <pc:chgData name="(Student) - Krystian Sendyk" userId="S::c00273292@itcarlow.ie::0c763ae4-2022-49fc-8c64-32a8be53fef9" providerId="AD" clId="Web-{531579CC-F168-473A-84E1-35F01C9F41B8}" dt="2021-11-12T10:28:14.906" v="6"/>
          <pc:sldLayoutMkLst>
            <pc:docMk/>
            <pc:sldMasterMk cId="3018631656" sldId="2147483697"/>
            <pc:sldLayoutMk cId="3387307558" sldId="2147483695"/>
          </pc:sldLayoutMkLst>
        </pc:sldLayoutChg>
        <pc:sldLayoutChg chg="add">
          <pc:chgData name="(Student) - Krystian Sendyk" userId="S::c00273292@itcarlow.ie::0c763ae4-2022-49fc-8c64-32a8be53fef9" providerId="AD" clId="Web-{531579CC-F168-473A-84E1-35F01C9F41B8}" dt="2021-11-12T10:28:14.906" v="6"/>
          <pc:sldLayoutMkLst>
            <pc:docMk/>
            <pc:sldMasterMk cId="3018631656" sldId="2147483697"/>
            <pc:sldLayoutMk cId="393114909" sldId="2147483696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11/12/2021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93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11/12/2021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25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11/12/2021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329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11/12/2021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307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11/12/2021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14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11/12/2021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902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11/12/2021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310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11/12/2021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924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11/12/2021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195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495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11/12/2021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090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18631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0" r:id="rId6"/>
    <p:sldLayoutId id="2147483686" r:id="rId7"/>
    <p:sldLayoutId id="2147483687" r:id="rId8"/>
    <p:sldLayoutId id="2147483688" r:id="rId9"/>
    <p:sldLayoutId id="2147483689" r:id="rId10"/>
    <p:sldLayoutId id="2147483691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B4480E-B7FF-4481-890E-043A69AE6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Rocket launch">
            <a:extLst>
              <a:ext uri="{FF2B5EF4-FFF2-40B4-BE49-F238E27FC236}">
                <a16:creationId xmlns:a16="http://schemas.microsoft.com/office/drawing/2014/main" id="{5385C70D-B06F-4C0F-BF43-F5B13F83D6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605" r="-2" b="-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4C13BAB-7C00-4D21-A857-E3D41C0A2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883" y="1661699"/>
            <a:ext cx="3703320" cy="94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1FF39A-AC3C-4066-9D4C-519AA2281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883" y="1817914"/>
            <a:ext cx="3702134" cy="3378388"/>
          </a:xfrm>
          <a:prstGeom prst="rect">
            <a:avLst/>
          </a:prstGeom>
          <a:solidFill>
            <a:schemeClr val="bg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9510" y="2324906"/>
            <a:ext cx="3412067" cy="15886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  <a:cs typeface="Calibri Light"/>
              </a:rPr>
              <a:t>Racing in Space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10" y="3945249"/>
            <a:ext cx="3412067" cy="738820"/>
          </a:xfrm>
        </p:spPr>
        <p:txBody>
          <a:bodyPr>
            <a:normAutofit/>
          </a:bodyPr>
          <a:lstStyle/>
          <a:p>
            <a:r>
              <a:rPr lang="en-US" dirty="0"/>
              <a:t>Need for Speed in space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6C8E6EB-4C59-429B-97E4-72A058CFC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B90362-AFCC-46A9-B41C-A257A8C5B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1EF7F1-38BA-471D-8CD4-2A9AE8E35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524398-BFB4-4C4A-8317-83B8729F9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8D4B6A-8113-4DFB-B82E-B60CAC8E0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22E561-F97C-4CBB-A9A6-A6BF6317B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E069E-129A-4952-B631-DB8E46040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620" y="863695"/>
            <a:ext cx="3511233" cy="377999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chemeClr val="tx1"/>
                </a:solidFill>
              </a:rPr>
              <a:t>Futuristic Car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B7CCB6-2D17-4C31-9BEC-8DBDD9081B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8621" y="4739780"/>
            <a:ext cx="3511233" cy="114705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 cap="all">
                <a:solidFill>
                  <a:schemeClr val="accent1"/>
                </a:solidFill>
              </a:rPr>
              <a:t>In this age people can race in space using futuristic cars that look weird and funny.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1B0E58-A5C8-4CDA-A2E0-35DF94E59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F02F0FB0-4CD8-41AC-80B3-60FE4D92A0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2055" r="14855"/>
          <a:stretch/>
        </p:blipFill>
        <p:spPr>
          <a:xfrm>
            <a:off x="4654295" y="10"/>
            <a:ext cx="753770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107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ividendVTI">
  <a:themeElements>
    <a:clrScheme name="AnalogousFromDarkSeedLeftStep">
      <a:dk1>
        <a:srgbClr val="000000"/>
      </a:dk1>
      <a:lt1>
        <a:srgbClr val="FFFFFF"/>
      </a:lt1>
      <a:dk2>
        <a:srgbClr val="1A1E2E"/>
      </a:dk2>
      <a:lt2>
        <a:srgbClr val="F0F3F2"/>
      </a:lt2>
      <a:accent1>
        <a:srgbClr val="C34D79"/>
      </a:accent1>
      <a:accent2>
        <a:srgbClr val="B13B99"/>
      </a:accent2>
      <a:accent3>
        <a:srgbClr val="AA4DC3"/>
      </a:accent3>
      <a:accent4>
        <a:srgbClr val="673BB1"/>
      </a:accent4>
      <a:accent5>
        <a:srgbClr val="4D52C3"/>
      </a:accent5>
      <a:accent6>
        <a:srgbClr val="3B71B1"/>
      </a:accent6>
      <a:hlink>
        <a:srgbClr val="685BC8"/>
      </a:hlink>
      <a:folHlink>
        <a:srgbClr val="7F7F7F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DividendVTI</vt:lpstr>
      <vt:lpstr>Racing in Space</vt:lpstr>
      <vt:lpstr>Futuristic Car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13</cp:revision>
  <dcterms:created xsi:type="dcterms:W3CDTF">2021-11-12T10:14:13Z</dcterms:created>
  <dcterms:modified xsi:type="dcterms:W3CDTF">2021-11-12T10:30:39Z</dcterms:modified>
</cp:coreProperties>
</file>