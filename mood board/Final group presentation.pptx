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00155-AEAA-4E26-9E88-0A57C5DFE128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C4D23-B20D-4870-817F-72F1423FE8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56210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017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457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415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913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493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020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6664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9664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65768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91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035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7BA4D-69F2-4157-B902-54C451F68365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61D1129-E120-42DF-BDC8-AF2B605C49A2}" type="slidenum">
              <a:rPr lang="en-IE" smtClean="0"/>
              <a:t>‹#›</a:t>
            </a:fld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84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2541-F847-48F9-AC0C-F779DD81C5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b="1" dirty="0"/>
              <a:t>Need for space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9ABA5-816F-4A97-97F6-2CF9905ABC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Car racing simulator…. In space!</a:t>
            </a:r>
          </a:p>
        </p:txBody>
      </p:sp>
    </p:spTree>
    <p:extLst>
      <p:ext uri="{BB962C8B-B14F-4D97-AF65-F5344CB8AC3E}">
        <p14:creationId xmlns:p14="http://schemas.microsoft.com/office/powerpoint/2010/main" val="607023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C6205-1BCD-42FD-A4A8-631D72155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10709-8845-4295-B21A-47A4CFA9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Fast supercars racing in amazing planets fighting for first place.</a:t>
            </a:r>
          </a:p>
          <a:p>
            <a:r>
              <a:rPr lang="en-IE" dirty="0"/>
              <a:t>Customizable cars, new planets and a thrilling story!</a:t>
            </a:r>
          </a:p>
          <a:p>
            <a:r>
              <a:rPr lang="en-IE" dirty="0"/>
              <a:t>100 of planets to race on!</a:t>
            </a:r>
          </a:p>
        </p:txBody>
      </p:sp>
    </p:spTree>
    <p:extLst>
      <p:ext uri="{BB962C8B-B14F-4D97-AF65-F5344CB8AC3E}">
        <p14:creationId xmlns:p14="http://schemas.microsoft.com/office/powerpoint/2010/main" val="1110243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F27D-0EB1-4B49-AE46-CFF2E8FD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World background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243919-2FAE-4931-9E59-309F0441C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088" y="3851137"/>
            <a:ext cx="3915277" cy="220234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4AFFAD-9E3D-4BA0-85C7-ABAD0B977677}"/>
              </a:ext>
            </a:extLst>
          </p:cNvPr>
          <p:cNvSpPr txBox="1"/>
          <p:nvPr/>
        </p:nvSpPr>
        <p:spPr>
          <a:xfrm>
            <a:off x="2337683" y="1940118"/>
            <a:ext cx="53432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The game is set in space, there are different galaxies and planets.</a:t>
            </a:r>
          </a:p>
          <a:p>
            <a:endParaRPr lang="en-IE" dirty="0"/>
          </a:p>
          <a:p>
            <a:r>
              <a:rPr lang="en-IE" dirty="0"/>
              <a:t>The players can visit planets to race on them and </a:t>
            </a:r>
            <a:r>
              <a:rPr lang="en-IE"/>
              <a:t>win prices and new cars.</a:t>
            </a:r>
          </a:p>
        </p:txBody>
      </p:sp>
    </p:spTree>
    <p:extLst>
      <p:ext uri="{BB962C8B-B14F-4D97-AF65-F5344CB8AC3E}">
        <p14:creationId xmlns:p14="http://schemas.microsoft.com/office/powerpoint/2010/main" val="1912551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8117" y="808056"/>
            <a:ext cx="3024722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/>
              <a:t>Feature Key points</a:t>
            </a:r>
          </a:p>
        </p:txBody>
      </p:sp>
      <p:pic>
        <p:nvPicPr>
          <p:cNvPr id="6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B2DC5768-F7E4-41E4-9C32-B1446E586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454" r="4360" b="2"/>
          <a:stretch/>
        </p:blipFill>
        <p:spPr>
          <a:xfrm>
            <a:off x="1005401" y="10"/>
            <a:ext cx="5569814" cy="343258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 descr="Rocket launch">
            <a:extLst>
              <a:ext uri="{FF2B5EF4-FFF2-40B4-BE49-F238E27FC236}">
                <a16:creationId xmlns:a16="http://schemas.microsoft.com/office/drawing/2014/main" id="{5385C70D-B06F-4C0F-BF43-F5B13F83D6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672" r="3" b="3"/>
          <a:stretch/>
        </p:blipFill>
        <p:spPr>
          <a:xfrm>
            <a:off x="1005401" y="3425635"/>
            <a:ext cx="5569814" cy="34325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896AD9-160F-4F88-9FC2-83FA13F30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104" y="2052116"/>
            <a:ext cx="3012735" cy="39978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/>
              <a:t>The game will feature famous car racers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/>
              <a:t>The player will be able to race on different planets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/>
              <a:t>Player can explore space to find better parts for their car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52CF6-AF1D-4363-B657-75434F80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5742-C126-4027-BE40-19B2A1921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B5978-7092-4649-A3BA-398891EB0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Arial"/>
              </a:rPr>
              <a:t>The game will be like all the typical racing games.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Arial"/>
              </a:rPr>
              <a:t>The customer will be people who love racing.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Arial"/>
              </a:rPr>
              <a:t>Expected sales 50 euro.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225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4238D4-8B23-4C92-98B2-5493AEE7D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9912" y="0"/>
            <a:ext cx="13051824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06853A2-D51C-4693-8A3E-C0ABAE11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F8F8F8"/>
                </a:solidFill>
              </a:rPr>
              <a:t>This game is about: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50C199-0F53-4B3C-A09C-756799DFC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>
                <a:solidFill>
                  <a:srgbClr val="F8F8F8"/>
                </a:solidFill>
              </a:rPr>
              <a:t>Racing through the vast beauty of space</a:t>
            </a:r>
          </a:p>
          <a:p>
            <a:pPr marL="0" indent="0">
              <a:buNone/>
            </a:pPr>
            <a:r>
              <a:rPr lang="en-IE" dirty="0">
                <a:solidFill>
                  <a:srgbClr val="F8F8F8"/>
                </a:solidFill>
              </a:rPr>
              <a:t>Venturing to different planets in our solar system</a:t>
            </a:r>
          </a:p>
          <a:p>
            <a:pPr marL="0" indent="0">
              <a:buNone/>
            </a:pPr>
            <a:r>
              <a:rPr lang="en-IE" dirty="0">
                <a:solidFill>
                  <a:srgbClr val="F8F8F8"/>
                </a:solidFill>
              </a:rPr>
              <a:t>Knocking other racers from the space roads into the </a:t>
            </a:r>
            <a:r>
              <a:rPr lang="en-IE">
                <a:solidFill>
                  <a:srgbClr val="F8F8F8"/>
                </a:solidFill>
              </a:rPr>
              <a:t>vast abyss</a:t>
            </a:r>
          </a:p>
        </p:txBody>
      </p:sp>
    </p:spTree>
    <p:extLst>
      <p:ext uri="{BB962C8B-B14F-4D97-AF65-F5344CB8AC3E}">
        <p14:creationId xmlns:p14="http://schemas.microsoft.com/office/powerpoint/2010/main" val="2669338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E036F9-CCE1-4FD7-BFEE-0FEB46400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79303" y="119270"/>
            <a:ext cx="17834015" cy="660907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07D340-6C24-49E1-B3A7-F2A1652A4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You race through space with cars</a:t>
            </a:r>
          </a:p>
        </p:txBody>
      </p:sp>
    </p:spTree>
    <p:extLst>
      <p:ext uri="{BB962C8B-B14F-4D97-AF65-F5344CB8AC3E}">
        <p14:creationId xmlns:p14="http://schemas.microsoft.com/office/powerpoint/2010/main" val="195252046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169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Rockwell</vt:lpstr>
      <vt:lpstr>Wingdings</vt:lpstr>
      <vt:lpstr>Gallery</vt:lpstr>
      <vt:lpstr>Need for space</vt:lpstr>
      <vt:lpstr>Elevator pitch</vt:lpstr>
      <vt:lpstr>World background</vt:lpstr>
      <vt:lpstr>Feature Key points</vt:lpstr>
      <vt:lpstr>Market Analysis</vt:lpstr>
      <vt:lpstr>This game is about:</vt:lpstr>
      <vt:lpstr>You race through space with cars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Need for space</dc:title>
  <dc:creator>(Student) - Szymon Staneczek</dc:creator>
  <cp:lastModifiedBy>(Student) - Szymon Staneczek</cp:lastModifiedBy>
  <cp:revision>5</cp:revision>
  <dcterms:created xsi:type="dcterms:W3CDTF">2021-11-12T10:37:59Z</dcterms:created>
  <dcterms:modified xsi:type="dcterms:W3CDTF">2021-11-12T11:00:02Z</dcterms:modified>
</cp:coreProperties>
</file>